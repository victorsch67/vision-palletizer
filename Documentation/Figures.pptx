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5EA9E8-D01D-C7A1-577B-2081CDA521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49B4897-7DFA-27CC-DE48-7697A57F1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2BEAB5-C3FB-A259-27B3-AD523F2BB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EEB7-E81E-49C5-BD2C-D193F5E4B11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3A1BEC-9F32-6343-B900-1C5BAF696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E2FA38-A99C-118C-30E8-2CF6C2B3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6791-EB26-4D5B-9A8F-913647E4358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54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80CAEE-4E0C-D695-7DB7-3C6E0000F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6E5228-D66D-7FF8-BD8E-2790C5ED8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F029C9-D7D5-BCF0-98C6-BEE26E1FC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EEB7-E81E-49C5-BD2C-D193F5E4B11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E94EE2-9B4F-12AE-DD2F-E29BA3B16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37315D-8CA7-BC22-C2B4-82E139F66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6791-EB26-4D5B-9A8F-913647E4358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38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6C957-9729-6664-C0CD-3D03190C6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86172C-F3A8-343A-F1CC-3C674E9F6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354233-086B-6F62-84E2-3E183BE5A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EEB7-E81E-49C5-BD2C-D193F5E4B11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C5ABEA-A9FD-5C1B-A7BD-C04747160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315301-CB37-4F93-4247-52A355D89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6791-EB26-4D5B-9A8F-913647E4358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77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66A82E-FD06-53EC-F1CA-9A15210A8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1C5CB1-277B-2BB7-8BDC-CD83D62F1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5B21AD-7F7A-7E6F-3B0D-7B2142E6D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845746-C5C4-5453-CA16-27F4EFDDB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EEB7-E81E-49C5-BD2C-D193F5E4B11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9D9CAF-8F39-1E7A-B692-89A892A04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283BEB-4004-AA44-92E5-795A314DE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6791-EB26-4D5B-9A8F-913647E4358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37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536862-5B79-DD12-D709-AB2B96EE3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A070AC-5108-538A-94B7-5DFA7EB78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BCA3BF5-1732-709F-2E54-1420A523A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3DC3494-2CCE-E65B-5D8C-CA521FBE1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75327AC-CD48-458D-03B8-F9D4D7C56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6B00186-9C2C-D644-3AFD-45B4633B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EEB7-E81E-49C5-BD2C-D193F5E4B11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5FB93FD-EA39-4084-D031-21D19EDE3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740A446-20BD-88C8-1060-22CAD6AF7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6791-EB26-4D5B-9A8F-913647E4358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25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9B0BDA-3A18-041B-A88E-AA946EE94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66686AD-2959-68F7-9FE4-7709DE1E7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EEB7-E81E-49C5-BD2C-D193F5E4B11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61FB6C5-6DF1-B219-2CB7-AFCB084B2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788D21-C6E3-6BCA-A59C-0DFDEAF09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6791-EB26-4D5B-9A8F-913647E4358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61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B69ACD5-83F0-1F3E-E4F4-72997798C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EEB7-E81E-49C5-BD2C-D193F5E4B11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15F80AB-318B-747C-0A86-8BD02568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65EC96-8D1E-5A57-7285-16D77E3B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6791-EB26-4D5B-9A8F-913647E4358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5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C323B3-7260-29FE-D873-7CBABAB77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379FB6-3E6B-E99C-0780-86C38E972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53D39B6-BA7D-1AB1-E880-2392423AC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8DF58EE-FBC2-FFF4-CFE9-5AB6D673C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EEB7-E81E-49C5-BD2C-D193F5E4B11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50E70EE-B0A0-4544-DFA0-F1DE4EDBF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C1CF947-7E05-E02F-38FE-FE62C5467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6791-EB26-4D5B-9A8F-913647E4358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88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EA5ECF-7829-493C-A7D0-08E736DF5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BCB127D-5B96-6536-D46D-EDE1955C8B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AD99179-6E59-3E1E-9D57-C0A71F2E3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6C9F49-73FE-8CF9-9A85-A08C25401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EEB7-E81E-49C5-BD2C-D193F5E4B11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B4DCA5C-8907-A5F4-6274-EE5F17F89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FBF54D-A453-F836-3E83-CE764C1A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6791-EB26-4D5B-9A8F-913647E4358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90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126EE6-F596-5BB7-517C-02E3CB97C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E2FFEDF-F827-7096-3741-B03D6DF0C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1D312B-27AC-589E-32CC-A368C6458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EEB7-E81E-49C5-BD2C-D193F5E4B11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334149-B75F-3B07-4F7F-39A039F99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5B418C-80E1-482C-BE6E-0CA0B59F7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6791-EB26-4D5B-9A8F-913647E4358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8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62C78C0-A028-FAD5-E208-FBEB1A88A5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85B2EA1-CB97-D9CB-68CA-19846FCB6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6D748E-7C4A-080D-D761-94C42FD22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EEB7-E81E-49C5-BD2C-D193F5E4B11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409C2A-F3FD-4361-306A-03BBC346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C896B7-64B4-EB4F-8262-4E50C2CEC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16791-EB26-4D5B-9A8F-913647E4358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11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9DB2037-8DC5-35FE-DC61-562D33833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B0D4AB-865E-BBE7-6495-E783BFBD6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45FE69-1FDC-1DC3-1811-2AC57BD44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F8EEB7-E81E-49C5-BD2C-D193F5E4B11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758742-C1A0-375E-921B-BFE33829B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6EAFE4-BC6E-FBFF-04D6-9E17EDFE7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616791-EB26-4D5B-9A8F-913647E4358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0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855BE-40AE-9CDD-9EFA-0BEBA0BFE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9FFCA0-ED60-3B80-7F58-296CE8B1EC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FIGURES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900CE4D9-9C67-3F0D-E24D-29449F479133}"/>
              </a:ext>
            </a:extLst>
          </p:cNvPr>
          <p:cNvCxnSpPr/>
          <p:nvPr/>
        </p:nvCxnSpPr>
        <p:spPr>
          <a:xfrm>
            <a:off x="1140542" y="3497673"/>
            <a:ext cx="9910916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ous-titre 2">
            <a:extLst>
              <a:ext uri="{FF2B5EF4-FFF2-40B4-BE49-F238E27FC236}">
                <a16:creationId xmlns:a16="http://schemas.microsoft.com/office/drawing/2014/main" id="{FB27E78B-8899-694F-7FD1-A50216377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fr-CA" dirty="0"/>
              <a:t>Victor Schwoertzig</a:t>
            </a:r>
          </a:p>
          <a:p>
            <a:r>
              <a:rPr lang="fr-CA" dirty="0"/>
              <a:t>28/04/2026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69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E1CE0-4FB8-0298-18D1-80B622A5E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66B2CA4E-82DB-0673-C3A2-A3424D144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539" y="1581149"/>
            <a:ext cx="4640880" cy="369570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E9E3FC8-9955-F7C5-3387-C20298827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59" y="1301607"/>
            <a:ext cx="4640880" cy="425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544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E1F71-2B73-F900-7F70-A13AC37BC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1C3C4E2-59C9-365A-2609-5C0441EAA027}"/>
              </a:ext>
            </a:extLst>
          </p:cNvPr>
          <p:cNvSpPr/>
          <p:nvPr/>
        </p:nvSpPr>
        <p:spPr>
          <a:xfrm>
            <a:off x="4664336" y="3621688"/>
            <a:ext cx="299028" cy="381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8C02E8-ACF2-B93C-9B88-28E6C9EA368D}"/>
              </a:ext>
            </a:extLst>
          </p:cNvPr>
          <p:cNvSpPr/>
          <p:nvPr/>
        </p:nvSpPr>
        <p:spPr>
          <a:xfrm rot="1466872">
            <a:off x="5506914" y="2508523"/>
            <a:ext cx="683892" cy="152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020335-53B4-57F2-4FFD-C5A1E00C6E7A}"/>
              </a:ext>
            </a:extLst>
          </p:cNvPr>
          <p:cNvSpPr/>
          <p:nvPr/>
        </p:nvSpPr>
        <p:spPr>
          <a:xfrm>
            <a:off x="4393584" y="3902199"/>
            <a:ext cx="832260" cy="3810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839C98-C7A8-5B12-18CA-38865AF06214}"/>
              </a:ext>
            </a:extLst>
          </p:cNvPr>
          <p:cNvSpPr/>
          <p:nvPr/>
        </p:nvSpPr>
        <p:spPr>
          <a:xfrm rot="3491904">
            <a:off x="3739629" y="2987949"/>
            <a:ext cx="1431393" cy="24177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E2700B-7514-B32C-2F05-775D624CC11A}"/>
              </a:ext>
            </a:extLst>
          </p:cNvPr>
          <p:cNvSpPr/>
          <p:nvPr/>
        </p:nvSpPr>
        <p:spPr>
          <a:xfrm rot="21401961">
            <a:off x="4026451" y="2398552"/>
            <a:ext cx="1564301" cy="19837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ccolade ouvrante 5">
            <a:extLst>
              <a:ext uri="{FF2B5EF4-FFF2-40B4-BE49-F238E27FC236}">
                <a16:creationId xmlns:a16="http://schemas.microsoft.com/office/drawing/2014/main" id="{377AC7B2-7DB0-B1C0-16C9-6306887D965F}"/>
              </a:ext>
            </a:extLst>
          </p:cNvPr>
          <p:cNvSpPr/>
          <p:nvPr/>
        </p:nvSpPr>
        <p:spPr>
          <a:xfrm rot="1304816">
            <a:off x="6153695" y="2579752"/>
            <a:ext cx="206375" cy="346075"/>
          </a:xfrm>
          <a:prstGeom prst="leftBrace">
            <a:avLst>
              <a:gd name="adj1" fmla="val 0"/>
              <a:gd name="adj2" fmla="val 5000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93D8561-B6DB-8AD5-F585-79373F4AE4D6}"/>
              </a:ext>
            </a:extLst>
          </p:cNvPr>
          <p:cNvSpPr/>
          <p:nvPr/>
        </p:nvSpPr>
        <p:spPr>
          <a:xfrm>
            <a:off x="3932038" y="2373836"/>
            <a:ext cx="360000" cy="3600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1DF2440-2438-04CA-1FAD-518D2BAA02B7}"/>
              </a:ext>
            </a:extLst>
          </p:cNvPr>
          <p:cNvSpPr/>
          <p:nvPr/>
        </p:nvSpPr>
        <p:spPr>
          <a:xfrm>
            <a:off x="4022038" y="2463836"/>
            <a:ext cx="180000" cy="1800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A831FFA9-5E92-F2AF-CB23-55E4AFD9C852}"/>
              </a:ext>
            </a:extLst>
          </p:cNvPr>
          <p:cNvSpPr/>
          <p:nvPr/>
        </p:nvSpPr>
        <p:spPr>
          <a:xfrm>
            <a:off x="4629714" y="3476403"/>
            <a:ext cx="360000" cy="3600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4C0F0C2-815E-6678-F890-C584F4475F9F}"/>
              </a:ext>
            </a:extLst>
          </p:cNvPr>
          <p:cNvSpPr/>
          <p:nvPr/>
        </p:nvSpPr>
        <p:spPr>
          <a:xfrm>
            <a:off x="4719714" y="3566403"/>
            <a:ext cx="180000" cy="1800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7048793B-A723-AE3A-FE7A-CBFE3996C826}"/>
              </a:ext>
            </a:extLst>
          </p:cNvPr>
          <p:cNvSpPr/>
          <p:nvPr/>
        </p:nvSpPr>
        <p:spPr>
          <a:xfrm>
            <a:off x="5375483" y="2283836"/>
            <a:ext cx="360000" cy="36000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209547F-F266-ADC1-0B7C-B30DA88DEAA2}"/>
              </a:ext>
            </a:extLst>
          </p:cNvPr>
          <p:cNvSpPr/>
          <p:nvPr/>
        </p:nvSpPr>
        <p:spPr>
          <a:xfrm>
            <a:off x="5465483" y="2373836"/>
            <a:ext cx="180000" cy="1800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0BEEBF-9E94-3C9A-43CF-B86F06F750A3}"/>
              </a:ext>
            </a:extLst>
          </p:cNvPr>
          <p:cNvSpPr/>
          <p:nvPr/>
        </p:nvSpPr>
        <p:spPr>
          <a:xfrm rot="20877809">
            <a:off x="6934887" y="3208190"/>
            <a:ext cx="1054543" cy="5364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riangle isocèle 17">
            <a:extLst>
              <a:ext uri="{FF2B5EF4-FFF2-40B4-BE49-F238E27FC236}">
                <a16:creationId xmlns:a16="http://schemas.microsoft.com/office/drawing/2014/main" id="{AE2A7192-4278-BA31-D53B-FC284B150D92}"/>
              </a:ext>
            </a:extLst>
          </p:cNvPr>
          <p:cNvSpPr/>
          <p:nvPr/>
        </p:nvSpPr>
        <p:spPr>
          <a:xfrm rot="2188767">
            <a:off x="7572532" y="1647254"/>
            <a:ext cx="617447" cy="480060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47B10E-8600-7D7F-FD51-35472C0CCA0E}"/>
              </a:ext>
            </a:extLst>
          </p:cNvPr>
          <p:cNvSpPr/>
          <p:nvPr/>
        </p:nvSpPr>
        <p:spPr>
          <a:xfrm rot="2226297">
            <a:off x="7540593" y="1629939"/>
            <a:ext cx="832260" cy="38100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E644561B-F90E-D071-29C9-F5512E16353B}"/>
              </a:ext>
            </a:extLst>
          </p:cNvPr>
          <p:cNvGrpSpPr/>
          <p:nvPr/>
        </p:nvGrpSpPr>
        <p:grpSpPr>
          <a:xfrm>
            <a:off x="4758607" y="3671864"/>
            <a:ext cx="589994" cy="599300"/>
            <a:chOff x="2973350" y="3555750"/>
            <a:chExt cx="589994" cy="599300"/>
          </a:xfrm>
        </p:grpSpPr>
        <p:cxnSp>
          <p:nvCxnSpPr>
            <p:cNvPr id="21" name="Connecteur droit avec flèche 20">
              <a:extLst>
                <a:ext uri="{FF2B5EF4-FFF2-40B4-BE49-F238E27FC236}">
                  <a16:creationId xmlns:a16="http://schemas.microsoft.com/office/drawing/2014/main" id="{1D48DD44-1CD2-50D0-476D-5485266CDCE2}"/>
                </a:ext>
              </a:extLst>
            </p:cNvPr>
            <p:cNvCxnSpPr/>
            <p:nvPr/>
          </p:nvCxnSpPr>
          <p:spPr>
            <a:xfrm>
              <a:off x="3023344" y="4095750"/>
              <a:ext cx="5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avec flèche 21">
              <a:extLst>
                <a:ext uri="{FF2B5EF4-FFF2-40B4-BE49-F238E27FC236}">
                  <a16:creationId xmlns:a16="http://schemas.microsoft.com/office/drawing/2014/main" id="{27454F39-1B79-E9F3-E331-56F44BA5B0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3344" y="3555750"/>
              <a:ext cx="0" cy="54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A625E806-42A8-739E-EC49-8543A60DEBA8}"/>
                </a:ext>
              </a:extLst>
            </p:cNvPr>
            <p:cNvSpPr/>
            <p:nvPr/>
          </p:nvSpPr>
          <p:spPr>
            <a:xfrm>
              <a:off x="2973350" y="404705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444EEF1F-342F-2018-EF7E-ABDC934840E3}"/>
              </a:ext>
            </a:extLst>
          </p:cNvPr>
          <p:cNvGrpSpPr/>
          <p:nvPr/>
        </p:nvGrpSpPr>
        <p:grpSpPr>
          <a:xfrm rot="12993784">
            <a:off x="7326085" y="1579241"/>
            <a:ext cx="589994" cy="599300"/>
            <a:chOff x="2973350" y="3555750"/>
            <a:chExt cx="589994" cy="599300"/>
          </a:xfrm>
        </p:grpSpPr>
        <p:cxnSp>
          <p:nvCxnSpPr>
            <p:cNvPr id="28" name="Connecteur droit avec flèche 27">
              <a:extLst>
                <a:ext uri="{FF2B5EF4-FFF2-40B4-BE49-F238E27FC236}">
                  <a16:creationId xmlns:a16="http://schemas.microsoft.com/office/drawing/2014/main" id="{204CD7D6-DEEE-84A3-27D9-DF0B99501B4C}"/>
                </a:ext>
              </a:extLst>
            </p:cNvPr>
            <p:cNvCxnSpPr/>
            <p:nvPr/>
          </p:nvCxnSpPr>
          <p:spPr>
            <a:xfrm>
              <a:off x="3023344" y="4095750"/>
              <a:ext cx="5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avec flèche 28">
              <a:extLst>
                <a:ext uri="{FF2B5EF4-FFF2-40B4-BE49-F238E27FC236}">
                  <a16:creationId xmlns:a16="http://schemas.microsoft.com/office/drawing/2014/main" id="{D1B6DA40-C4E2-3D56-C98D-33350649BA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3344" y="3555750"/>
              <a:ext cx="0" cy="54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ACDCB8F3-36E6-454B-486B-A042B5320C2D}"/>
                </a:ext>
              </a:extLst>
            </p:cNvPr>
            <p:cNvSpPr/>
            <p:nvPr/>
          </p:nvSpPr>
          <p:spPr>
            <a:xfrm>
              <a:off x="2973350" y="404705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D5CB553A-C0EC-3255-EDF8-71238576A554}"/>
              </a:ext>
            </a:extLst>
          </p:cNvPr>
          <p:cNvGrpSpPr/>
          <p:nvPr/>
        </p:nvGrpSpPr>
        <p:grpSpPr>
          <a:xfrm rot="20890265">
            <a:off x="7232321" y="2648895"/>
            <a:ext cx="589994" cy="599300"/>
            <a:chOff x="2973350" y="3555750"/>
            <a:chExt cx="589994" cy="599300"/>
          </a:xfrm>
        </p:grpSpPr>
        <p:cxnSp>
          <p:nvCxnSpPr>
            <p:cNvPr id="32" name="Connecteur droit avec flèche 31">
              <a:extLst>
                <a:ext uri="{FF2B5EF4-FFF2-40B4-BE49-F238E27FC236}">
                  <a16:creationId xmlns:a16="http://schemas.microsoft.com/office/drawing/2014/main" id="{2D9C5E32-E3EA-EE4C-10B0-4017F9D55B84}"/>
                </a:ext>
              </a:extLst>
            </p:cNvPr>
            <p:cNvCxnSpPr/>
            <p:nvPr/>
          </p:nvCxnSpPr>
          <p:spPr>
            <a:xfrm>
              <a:off x="3023344" y="4095750"/>
              <a:ext cx="540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avec flèche 32">
              <a:extLst>
                <a:ext uri="{FF2B5EF4-FFF2-40B4-BE49-F238E27FC236}">
                  <a16:creationId xmlns:a16="http://schemas.microsoft.com/office/drawing/2014/main" id="{4C5115ED-4772-7861-D3F2-0FF5AE4B60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3344" y="3555750"/>
              <a:ext cx="0" cy="54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>
              <a:glow rad="63500">
                <a:schemeClr val="bg1"/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BE1EE021-730B-93AB-746C-FF0592E5D8F8}"/>
                </a:ext>
              </a:extLst>
            </p:cNvPr>
            <p:cNvSpPr/>
            <p:nvPr/>
          </p:nvSpPr>
          <p:spPr>
            <a:xfrm>
              <a:off x="2973350" y="4047050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FA1E6EE3-1791-AD37-3AFA-5403874E56B8}"/>
                  </a:ext>
                </a:extLst>
              </p:cNvPr>
              <p:cNvSpPr txBox="1"/>
              <p:nvPr/>
            </p:nvSpPr>
            <p:spPr>
              <a:xfrm>
                <a:off x="4498846" y="4307709"/>
                <a:ext cx="6518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FA1E6EE3-1791-AD37-3AFA-5403874E5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8846" y="4307709"/>
                <a:ext cx="6518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B137A363-CDBD-6066-97AC-640A409E67A1}"/>
                  </a:ext>
                </a:extLst>
              </p:cNvPr>
              <p:cNvSpPr txBox="1"/>
              <p:nvPr/>
            </p:nvSpPr>
            <p:spPr>
              <a:xfrm>
                <a:off x="7875261" y="1285023"/>
                <a:ext cx="6518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B137A363-CDBD-6066-97AC-640A409E6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5261" y="1285023"/>
                <a:ext cx="65183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20DE329C-0F5E-18CE-43A7-E7D29FBB6577}"/>
                  </a:ext>
                </a:extLst>
              </p:cNvPr>
              <p:cNvSpPr txBox="1"/>
              <p:nvPr/>
            </p:nvSpPr>
            <p:spPr>
              <a:xfrm>
                <a:off x="6890547" y="3285153"/>
                <a:ext cx="6518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fr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20DE329C-0F5E-18CE-43A7-E7D29FBB6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547" y="3285153"/>
                <a:ext cx="65183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A7BCA501-89E7-7163-2D05-F0604510264D}"/>
                  </a:ext>
                </a:extLst>
              </p:cNvPr>
              <p:cNvSpPr txBox="1"/>
              <p:nvPr/>
            </p:nvSpPr>
            <p:spPr>
              <a:xfrm>
                <a:off x="5348601" y="1330722"/>
                <a:ext cx="651830" cy="376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CA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CA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CA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fr-CA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A7BCA501-89E7-7163-2D05-F06045102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8601" y="1330722"/>
                <a:ext cx="651830" cy="3767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943B3C20-DFAC-12E8-7DD5-79633946AD55}"/>
                  </a:ext>
                </a:extLst>
              </p:cNvPr>
              <p:cNvSpPr txBox="1"/>
              <p:nvPr/>
            </p:nvSpPr>
            <p:spPr>
              <a:xfrm>
                <a:off x="7873844" y="2621313"/>
                <a:ext cx="651830" cy="376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CA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CA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CA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fr-CA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943B3C20-DFAC-12E8-7DD5-79633946A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3844" y="2621313"/>
                <a:ext cx="651830" cy="3767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66D86A76-32E9-D2DC-DED2-814AB3A39828}"/>
                  </a:ext>
                </a:extLst>
              </p:cNvPr>
              <p:cNvSpPr txBox="1"/>
              <p:nvPr/>
            </p:nvSpPr>
            <p:spPr>
              <a:xfrm>
                <a:off x="5970932" y="4119068"/>
                <a:ext cx="651830" cy="373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CA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CA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CA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fr-CA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66D86A76-32E9-D2DC-DED2-814AB3A3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0932" y="4119068"/>
                <a:ext cx="651830" cy="3733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Forme libre : forme 40">
            <a:extLst>
              <a:ext uri="{FF2B5EF4-FFF2-40B4-BE49-F238E27FC236}">
                <a16:creationId xmlns:a16="http://schemas.microsoft.com/office/drawing/2014/main" id="{4DB1578D-C41E-3EC4-B89A-9EFE1B085C4B}"/>
              </a:ext>
            </a:extLst>
          </p:cNvPr>
          <p:cNvSpPr/>
          <p:nvPr/>
        </p:nvSpPr>
        <p:spPr>
          <a:xfrm>
            <a:off x="3563483" y="1631516"/>
            <a:ext cx="3870099" cy="2580348"/>
          </a:xfrm>
          <a:custGeom>
            <a:avLst/>
            <a:gdLst>
              <a:gd name="csX0" fmla="*/ 1193574 w 3870099"/>
              <a:gd name="csY0" fmla="*/ 2645317 h 2645317"/>
              <a:gd name="csX1" fmla="*/ 41049 w 3870099"/>
              <a:gd name="csY1" fmla="*/ 911767 h 2645317"/>
              <a:gd name="csX2" fmla="*/ 2498499 w 3870099"/>
              <a:gd name="csY2" fmla="*/ 35467 h 2645317"/>
              <a:gd name="csX3" fmla="*/ 3870099 w 3870099"/>
              <a:gd name="csY3" fmla="*/ 254542 h 2645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870099" h="2645317">
                <a:moveTo>
                  <a:pt x="1193574" y="2645317"/>
                </a:moveTo>
                <a:cubicBezTo>
                  <a:pt x="508568" y="1996029"/>
                  <a:pt x="-176438" y="1346742"/>
                  <a:pt x="41049" y="911767"/>
                </a:cubicBezTo>
                <a:cubicBezTo>
                  <a:pt x="258536" y="476792"/>
                  <a:pt x="1860324" y="145005"/>
                  <a:pt x="2498499" y="35467"/>
                </a:cubicBezTo>
                <a:cubicBezTo>
                  <a:pt x="3136674" y="-74071"/>
                  <a:pt x="3503386" y="90235"/>
                  <a:pt x="3870099" y="254542"/>
                </a:cubicBezTo>
              </a:path>
            </a:pathLst>
          </a:custGeom>
          <a:noFill/>
          <a:ln>
            <a:solidFill>
              <a:schemeClr val="accent5"/>
            </a:solidFill>
            <a:prstDash val="sysDash"/>
            <a:headEnd type="none"/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orme libre : forme 41">
            <a:extLst>
              <a:ext uri="{FF2B5EF4-FFF2-40B4-BE49-F238E27FC236}">
                <a16:creationId xmlns:a16="http://schemas.microsoft.com/office/drawing/2014/main" id="{D7DB356B-C859-17CA-E137-BE17EA745FF4}"/>
              </a:ext>
            </a:extLst>
          </p:cNvPr>
          <p:cNvSpPr/>
          <p:nvPr/>
        </p:nvSpPr>
        <p:spPr>
          <a:xfrm>
            <a:off x="7433582" y="2364014"/>
            <a:ext cx="593676" cy="762000"/>
          </a:xfrm>
          <a:custGeom>
            <a:avLst/>
            <a:gdLst>
              <a:gd name="csX0" fmla="*/ 590550 w 593676"/>
              <a:gd name="csY0" fmla="*/ 0 h 762000"/>
              <a:gd name="csX1" fmla="*/ 504825 w 593676"/>
              <a:gd name="csY1" fmla="*/ 371475 h 762000"/>
              <a:gd name="csX2" fmla="*/ 0 w 593676"/>
              <a:gd name="csY2" fmla="*/ 762000 h 762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3676" h="762000">
                <a:moveTo>
                  <a:pt x="590550" y="0"/>
                </a:moveTo>
                <a:cubicBezTo>
                  <a:pt x="596900" y="122237"/>
                  <a:pt x="603250" y="244475"/>
                  <a:pt x="504825" y="371475"/>
                </a:cubicBezTo>
                <a:cubicBezTo>
                  <a:pt x="406400" y="498475"/>
                  <a:pt x="203200" y="630237"/>
                  <a:pt x="0" y="762000"/>
                </a:cubicBezTo>
              </a:path>
            </a:pathLst>
          </a:custGeom>
          <a:noFill/>
          <a:ln>
            <a:solidFill>
              <a:schemeClr val="accent5"/>
            </a:solidFill>
            <a:prstDash val="sysDash"/>
            <a:headEnd type="none" w="med" len="med"/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orme libre : forme 42">
            <a:extLst>
              <a:ext uri="{FF2B5EF4-FFF2-40B4-BE49-F238E27FC236}">
                <a16:creationId xmlns:a16="http://schemas.microsoft.com/office/drawing/2014/main" id="{EADBD0FF-2051-3FB4-1C22-C2B2F04199FF}"/>
              </a:ext>
            </a:extLst>
          </p:cNvPr>
          <p:cNvSpPr/>
          <p:nvPr/>
        </p:nvSpPr>
        <p:spPr>
          <a:xfrm rot="7296558" flipV="1">
            <a:off x="5111452" y="3368259"/>
            <a:ext cx="1609342" cy="1231816"/>
          </a:xfrm>
          <a:custGeom>
            <a:avLst/>
            <a:gdLst>
              <a:gd name="csX0" fmla="*/ 590550 w 593676"/>
              <a:gd name="csY0" fmla="*/ 0 h 762000"/>
              <a:gd name="csX1" fmla="*/ 504825 w 593676"/>
              <a:gd name="csY1" fmla="*/ 371475 h 762000"/>
              <a:gd name="csX2" fmla="*/ 0 w 593676"/>
              <a:gd name="csY2" fmla="*/ 762000 h 762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3676" h="762000">
                <a:moveTo>
                  <a:pt x="590550" y="0"/>
                </a:moveTo>
                <a:cubicBezTo>
                  <a:pt x="596900" y="122237"/>
                  <a:pt x="603250" y="244475"/>
                  <a:pt x="504825" y="371475"/>
                </a:cubicBezTo>
                <a:cubicBezTo>
                  <a:pt x="406400" y="498475"/>
                  <a:pt x="203200" y="630237"/>
                  <a:pt x="0" y="762000"/>
                </a:cubicBezTo>
              </a:path>
            </a:pathLst>
          </a:custGeom>
          <a:noFill/>
          <a:ln>
            <a:solidFill>
              <a:schemeClr val="accent5"/>
            </a:solidFill>
            <a:prstDash val="sysDash"/>
            <a:headEnd type="none" w="med" len="med"/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34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3C5BB-B302-5435-CDAA-65B0D3C49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>
            <a:extLst>
              <a:ext uri="{FF2B5EF4-FFF2-40B4-BE49-F238E27FC236}">
                <a16:creationId xmlns:a16="http://schemas.microsoft.com/office/drawing/2014/main" id="{2CE6404F-02A3-AE77-2C79-D403E7670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492" y="171042"/>
            <a:ext cx="5972810" cy="2978150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864274E4-C204-008F-1A12-434650749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492" y="3149192"/>
            <a:ext cx="5972810" cy="350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412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8F6A2-A2E6-1A7F-E6EC-EB76C9BE3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2C51623-184A-5841-625B-6E16D6E75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45" y="871220"/>
            <a:ext cx="2429302" cy="300228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D8FF480-854B-793F-B7FF-BE25939E9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646" y="871220"/>
            <a:ext cx="3204210" cy="300228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7A85226C-EEE5-C8C3-B6B5-674DEC5A35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274"/>
          <a:stretch>
            <a:fillRect/>
          </a:stretch>
        </p:blipFill>
        <p:spPr>
          <a:xfrm>
            <a:off x="6231145" y="3595823"/>
            <a:ext cx="2710815" cy="3002280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6C263500-EA35-9AE2-3EF1-7FB4CD0EAB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986"/>
          <a:stretch>
            <a:fillRect/>
          </a:stretch>
        </p:blipFill>
        <p:spPr>
          <a:xfrm>
            <a:off x="8660446" y="3595823"/>
            <a:ext cx="3204210" cy="3002280"/>
          </a:xfrm>
          <a:prstGeom prst="rect">
            <a:avLst/>
          </a:prstGeom>
        </p:spPr>
      </p:pic>
      <p:sp>
        <p:nvSpPr>
          <p:cNvPr id="48" name="ZoneTexte 47">
            <a:extLst>
              <a:ext uri="{FF2B5EF4-FFF2-40B4-BE49-F238E27FC236}">
                <a16:creationId xmlns:a16="http://schemas.microsoft.com/office/drawing/2014/main" id="{331915F0-E5D1-2A77-91A6-911E41E855D6}"/>
              </a:ext>
            </a:extLst>
          </p:cNvPr>
          <p:cNvSpPr txBox="1"/>
          <p:nvPr/>
        </p:nvSpPr>
        <p:spPr>
          <a:xfrm>
            <a:off x="1345030" y="402011"/>
            <a:ext cx="282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dirty="0"/>
              <a:t>Scenario #1</a:t>
            </a:r>
            <a:endParaRPr lang="en-US" dirty="0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A51FE3A6-3A83-B8D2-C0B6-19260E65EEE3}"/>
              </a:ext>
            </a:extLst>
          </p:cNvPr>
          <p:cNvSpPr txBox="1"/>
          <p:nvPr/>
        </p:nvSpPr>
        <p:spPr>
          <a:xfrm>
            <a:off x="7439319" y="3059668"/>
            <a:ext cx="282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dirty="0"/>
              <a:t>Scenario #2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510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9D973-FFE5-7A65-F52F-F4A0A6CAF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43">
            <a:extLst>
              <a:ext uri="{FF2B5EF4-FFF2-40B4-BE49-F238E27FC236}">
                <a16:creationId xmlns:a16="http://schemas.microsoft.com/office/drawing/2014/main" id="{7E1CD677-6411-C72E-FD37-38EAE5F87F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885"/>
          <a:stretch>
            <a:fillRect/>
          </a:stretch>
        </p:blipFill>
        <p:spPr>
          <a:xfrm>
            <a:off x="3670630" y="2027611"/>
            <a:ext cx="2557256" cy="3002280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F472A911-BB46-F9D2-4ACB-E4C6982B2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886" y="2077030"/>
            <a:ext cx="3150044" cy="3002280"/>
          </a:xfrm>
          <a:prstGeom prst="rect">
            <a:avLst/>
          </a:prstGeom>
        </p:spPr>
      </p:pic>
      <p:sp>
        <p:nvSpPr>
          <p:cNvPr id="47" name="ZoneTexte 46">
            <a:extLst>
              <a:ext uri="{FF2B5EF4-FFF2-40B4-BE49-F238E27FC236}">
                <a16:creationId xmlns:a16="http://schemas.microsoft.com/office/drawing/2014/main" id="{23F2E4DD-0FF8-87BD-2E3F-54B39EDBC27E}"/>
              </a:ext>
            </a:extLst>
          </p:cNvPr>
          <p:cNvSpPr txBox="1"/>
          <p:nvPr/>
        </p:nvSpPr>
        <p:spPr>
          <a:xfrm>
            <a:off x="4816270" y="1448904"/>
            <a:ext cx="282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dirty="0"/>
              <a:t>Scenario #3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0323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19</Words>
  <Application>Microsoft Office PowerPoint</Application>
  <PresentationFormat>Grand écran</PresentationFormat>
  <Paragraphs>12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Thème Office</vt:lpstr>
      <vt:lpstr>FIGURES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Schwoertzig</dc:creator>
  <cp:lastModifiedBy>Victor Schwoertzig</cp:lastModifiedBy>
  <cp:revision>15</cp:revision>
  <dcterms:created xsi:type="dcterms:W3CDTF">2026-04-17T20:54:08Z</dcterms:created>
  <dcterms:modified xsi:type="dcterms:W3CDTF">2026-04-26T01:25:23Z</dcterms:modified>
</cp:coreProperties>
</file>